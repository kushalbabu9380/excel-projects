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8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1EDF-F58A-473A-DA12-E420B7F1E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19107-BAEB-ED1A-78BC-6DCEAFB7B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21132-6D47-C91B-4CED-9EF19DA7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790AA-BE77-0F6C-2BB0-9A7138C4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D0B9E-ABF3-F9DA-CDE0-5C2AEDF7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50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2223-383D-DAF8-3E3D-89FC4C60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80AC-77B4-F2B5-B336-2E3B082B6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EF48-4310-C4A7-802A-576678EB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A6765-CF33-E15A-580D-0DBFBB7A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6019-1580-3424-19CF-A8275756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13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8D1E-23FC-7475-FBCA-0884299B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6F62C-1C2D-A93A-DD5A-E950A9D71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BEB9F-C91F-D3F2-4DE8-3C129888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873DD-3DD1-5E27-5CE7-A33856BD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52EC0-CCA7-24F2-0D35-EB44494B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46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A38E-31D8-13D5-91FC-BA050508E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8DCC3-F046-5A0D-E1FF-51D1AE29A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2061C-E30F-111A-8327-8C0F07976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B948B-47EF-9EA0-1D07-1197B8E6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5AB54-8597-A49A-D554-709AB2BC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B2DDB-1404-7135-AB3C-A2C9B2E2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19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F86B-F84C-C0FA-F146-DFD780AB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23F16-F167-4CDD-5397-7DEA93400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CB1FD-54A8-50F0-4461-D415C4434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350ED-9870-15BE-6FF0-5AECC1073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9BAD6-ABEB-60BB-800F-B7AC8E7A3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A3F2A-FAD6-A0FA-8CDA-E867441D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66C6C-025D-6478-210A-DBFFB3E2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DAAE5-5B0A-8B63-17FD-21B68146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4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E58A-1B8F-3104-582B-0799A52F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B3122-9E5A-A61D-15B0-4406EAE0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4D7BA-0946-AD73-0488-EBEE8105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71DEC-598D-E68A-D148-14500A6B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98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69269-3C09-B1E1-9CC2-BEC5C8EA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6A548-4468-A262-6E61-AAF7FC29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ACA1C-BC13-BAC2-725C-9CCE2781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F3E8-B4E9-8E03-3DEE-411EBD3E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251B-D377-A727-128E-BB995B52D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FF352-B4FB-EA3F-D456-291448C4C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4E32F-FEC4-18AC-790D-0AC38ED7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82E51-976B-0331-2CBD-E01ED0D1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7A9C6-99E3-E2EE-7757-964E6098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0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4809-85D6-B93E-19B4-EB1BB4F45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87599-4D6A-8218-70B1-0A1CEB417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80310-761C-0801-640B-32D53242E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4F1F0-B854-AC33-0C42-9EFF0DB6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C57C0-FC24-E375-A084-BAAFE6FA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2259-C452-CFDB-CC78-601ED9F0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02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3D65-682B-E326-0C79-4FA248A2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C5F48-ABFE-0563-4DD3-F560C8E98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70E3-6E0B-021B-FA5A-AC0DA422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32F5-CA98-017A-B9B7-975A2E8C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17D8D-A1A2-2BDA-1832-38E1F104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0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A5962-7F2C-2606-9B01-DFC15A9BC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C580B-1A0B-4FB0-AA92-31B30F3F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494D8-03C3-897D-18DD-02A19933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0772E-9A04-7EE2-1772-DFA9F02F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87AB7-C923-ADEC-09DA-911C2004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33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79E23-0C36-3438-0A4B-C5688C40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9B73B-B67E-7ABF-1919-05FBEB9F8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D2436-68CA-577E-E90D-4112EDF59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63F90-B95D-423F-9B6A-7718482CBDEA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E8703-4FF2-8A74-7EC6-95E6807E4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B04CA-9EE3-D846-8730-C8B37D84B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0C693-7BAE-4B5A-A862-DFB746D0A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0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AC0D-95D3-EA6A-4143-F983D2387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0981"/>
            <a:ext cx="9144000" cy="180898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Adidas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E0EAB-92C9-E8A5-6B6B-613002DCC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Kushal Babu S</a:t>
            </a:r>
          </a:p>
        </p:txBody>
      </p:sp>
      <p:pic>
        <p:nvPicPr>
          <p:cNvPr id="5" name="Picture 4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A805260B-AC0A-CD2D-C57B-35FE70D72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187" y="850490"/>
            <a:ext cx="3077497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9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7B03-DDF2-74A7-408D-CF3CABD5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03" y="93819"/>
            <a:ext cx="7295104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89E3FF-18DD-B4B3-EF23-8C66C9BF97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35" y="1613010"/>
            <a:ext cx="772718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to analyze Adidas US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sales trends, profit distribution, and product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region-wise and state-wise sales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top-performing retailers and products.</a:t>
            </a:r>
          </a:p>
        </p:txBody>
      </p:sp>
    </p:spTree>
    <p:extLst>
      <p:ext uri="{BB962C8B-B14F-4D97-AF65-F5344CB8AC3E}">
        <p14:creationId xmlns:p14="http://schemas.microsoft.com/office/powerpoint/2010/main" val="27009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EBDB-93EB-9B1D-BCEA-D3E79FB8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915" y="194304"/>
            <a:ext cx="9726805" cy="107178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4688BA-B902-9374-C5F4-C2D3DDA443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347" y="1578435"/>
            <a:ext cx="712009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Adidas US sales trends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profit and product-wise contributions.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and low-performing regions and retailers.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better business decisions through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40078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47C9-4B6F-62F5-7D40-1A650164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818" y="87231"/>
            <a:ext cx="8159262" cy="80354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Month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C05443A-8A36-9D12-E7FC-B203B13A0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729" y="1013880"/>
            <a:ext cx="1180854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sales rising from March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peaking in July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a decline until October.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 towards the end of the year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ending with strong performance in December.</a:t>
            </a:r>
          </a:p>
        </p:txBody>
      </p:sp>
      <p:pic>
        <p:nvPicPr>
          <p:cNvPr id="13" name="Picture 12" descr="A graph with blue line and white text&#10;&#10;AI-generated content may be incorrect.">
            <a:extLst>
              <a:ext uri="{FF2B5EF4-FFF2-40B4-BE49-F238E27FC236}">
                <a16:creationId xmlns:a16="http://schemas.microsoft.com/office/drawing/2014/main" id="{48F5B6F3-B774-388A-14F0-62F317EC5B0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913" y="3212015"/>
            <a:ext cx="7531509" cy="33832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7894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C485-EA6B-904F-82B3-471BEB08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148" y="86416"/>
            <a:ext cx="8268929" cy="108924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Retailers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6663-AABB-E72A-5911-DE725435B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80" y="1370790"/>
            <a:ext cx="10307072" cy="1462845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Gear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the highest share of profit (26%),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Locker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(24%)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Direct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(22%), while Amazon and Walmart account for the lowest profit shares.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9B281C7E-17C6-AE57-A7B6-B44F9754C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592" y="3381270"/>
            <a:ext cx="5742039" cy="310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D7D6-933F-E0D2-F488-84D182DE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26" y="116259"/>
            <a:ext cx="7787148" cy="81607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F386-3010-53F5-0381-9D4CD892E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1" y="1012724"/>
            <a:ext cx="10922558" cy="143907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 a strong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variation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few key states driving the majority of total sales, while most states contribute at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E1AE6C5-ADF6-7939-1C80-701598361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619" y="2532185"/>
            <a:ext cx="8523812" cy="403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9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8224-46BD-6F09-5EA3-A6998257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1" y="109486"/>
            <a:ext cx="8170607" cy="79508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Sold By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60A0-9847-E5E0-65DC-7A45E9C4F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89" y="1258585"/>
            <a:ext cx="9592179" cy="152200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Men’s Street Footwear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overall unit sales, with men’s footwear categories outperforming women’s segments, highlighting stronger demand in the men’s product line.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of a bar chart&#10;&#10;AI-generated content may be incorrect.">
            <a:extLst>
              <a:ext uri="{FF2B5EF4-FFF2-40B4-BE49-F238E27FC236}">
                <a16:creationId xmlns:a16="http://schemas.microsoft.com/office/drawing/2014/main" id="{D1ED9C66-BBB6-4119-B322-D05732BDF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04" y="3134605"/>
            <a:ext cx="744302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8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9760-D0B7-649F-349F-39C35FB9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876" y="216311"/>
            <a:ext cx="6371305" cy="786579"/>
          </a:xfrm>
        </p:spPr>
        <p:txBody>
          <a:bodyPr/>
          <a:lstStyle/>
          <a:p>
            <a:pPr algn="ctr"/>
            <a:r>
              <a:rPr lang="en-IN" dirty="0"/>
              <a:t>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50C895-B9B8-7759-177B-0CF5873642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98" y="1541589"/>
            <a:ext cx="10458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cleaning, preprocessing,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Pivot Tables &amp; Pivot Charts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Aggregating sales, profit, and unit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Data Visualization Tools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Bar charts, pie charts, and filled map (state-wise sales)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PowerPoint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Presenting insights and 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397010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7F46-F7C0-4F01-26FA-BD82A3BC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523" y="93820"/>
            <a:ext cx="6300318" cy="74019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Dash Board</a:t>
            </a:r>
          </a:p>
        </p:txBody>
      </p:sp>
      <p:pic>
        <p:nvPicPr>
          <p:cNvPr id="7" name="Picture 6" descr="A screenshot of a sales dashboard&#10;&#10;AI-generated content may be incorrect.">
            <a:extLst>
              <a:ext uri="{FF2B5EF4-FFF2-40B4-BE49-F238E27FC236}">
                <a16:creationId xmlns:a16="http://schemas.microsoft.com/office/drawing/2014/main" id="{2B27BFDA-685E-7471-E8DC-CF02EFB9A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12" y="834012"/>
            <a:ext cx="11796765" cy="577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4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3780-69D0-34C0-D635-D29EC072A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348"/>
            <a:ext cx="10009239" cy="112937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F2F10F-12A5-2FE4-B3A8-836D10AAF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1839" y="1348408"/>
            <a:ext cx="992320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rise from March, peak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dip till October, and rebound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Retailers: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 Gear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Foot Locker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Sports Direct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drive the majority of profits.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are concentrated in a few key states; most states show moderate to low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Demand: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Men’s Street Footwear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unit sales; men’s categories outperform women’s.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Performers: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Amazon, Walmart, and women’s athletic footwear show lower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13780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4740-797C-16FF-23F1-604D38CA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960" y="47766"/>
            <a:ext cx="7204669" cy="84067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3481AC-764F-2CCE-4FBC-65DA7300A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230" y="1203267"/>
            <a:ext cx="11227359" cy="401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Top Categories: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inventory and promotions for high-performing products like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Men’s Street Footwear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Apparel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Low Performers: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Men’s Apparel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Athletic Footwear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targeted discounts and new designs.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Inventory Planning: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 stock levels with peak demand months such as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and December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regional and customer insights to optimize pricing, placement, and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9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8468-DD5A-ACD2-430D-A4261643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91" y="241160"/>
            <a:ext cx="10515600" cy="97577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A86476-9B65-E0F2-3B1B-2B3B00F1B4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688" y="1443841"/>
            <a:ext cx="856681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Adidas sales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seasonality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peak performance in mid-year and year-end.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Profits are driven by a few key retailers and states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concentrated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Men’s Street Footwear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top-performing category, while some segments remain underutilized.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Focusing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high-demand products, peak seasons, and improving low-performing channels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significantly enhance overall sales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779718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C5D0-A53E-ACB6-45F9-F8EF6DC1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13" y="1612489"/>
            <a:ext cx="8957187" cy="2762866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latin typeface="Algerian" panose="04020705040A020607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29636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499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Aptos</vt:lpstr>
      <vt:lpstr>Aptos Display</vt:lpstr>
      <vt:lpstr>Arial</vt:lpstr>
      <vt:lpstr>Times New Roman</vt:lpstr>
      <vt:lpstr>Office Theme</vt:lpstr>
      <vt:lpstr>Adidas Sales Analysis</vt:lpstr>
      <vt:lpstr>Overview</vt:lpstr>
      <vt:lpstr>Objective</vt:lpstr>
      <vt:lpstr>Sales By Month</vt:lpstr>
      <vt:lpstr>Profit By Retailers</vt:lpstr>
      <vt:lpstr>Sales By States</vt:lpstr>
      <vt:lpstr>Unit Sold By Product</vt:lpstr>
      <vt:lpstr>Tools Used</vt:lpstr>
      <vt:lpstr>Dash Board</vt:lpstr>
      <vt:lpstr>Insights</vt:lpstr>
      <vt:lpstr>Recommendation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Babu</dc:creator>
  <cp:lastModifiedBy>Kushal Babu</cp:lastModifiedBy>
  <cp:revision>5</cp:revision>
  <dcterms:created xsi:type="dcterms:W3CDTF">2025-12-20T03:04:53Z</dcterms:created>
  <dcterms:modified xsi:type="dcterms:W3CDTF">2025-12-31T08:14:57Z</dcterms:modified>
</cp:coreProperties>
</file>